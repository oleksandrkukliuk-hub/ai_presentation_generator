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011680" cy="2011680"/>
          </a:xfrm>
          <a:prstGeom prst="ellipse">
            <a:avLst/>
          </a:prstGeom>
          <a:noFill/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1554480"/>
            <a:ext cx="1005840" cy="1005840"/>
          </a:xfrm>
          <a:prstGeom prst="ellipse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828800"/>
            <a:ext cx="457200" cy="457200"/>
          </a:xfrm>
          <a:prstGeom prst="ellipse">
            <a:avLst/>
          </a:prstGeo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nrope"/>
              </a:rPr>
              <a:t>SCIENCE •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7132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Manrope"/>
              </a:rPr>
              <a:t>Квантові комп'ютери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0896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nrope"/>
              </a:rPr>
              <a:t>Принцип роботи та перспективи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nrop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Manrope"/>
              </a:rPr>
              <a:t>Що таке кубіт?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56231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373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Manrope"/>
              </a:rPr>
              <a:t>Кубіт — базова одиниця квантової інформації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679191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6032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Manrope"/>
              </a:rPr>
              <a:t>Може перебувати у суперпозиції станів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02151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83279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Manrope"/>
              </a:rPr>
              <a:t>Використовує квантову інтерференцію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325112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2062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Manrope"/>
              </a:rPr>
              <a:t>Вимірювання визначає результат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nrop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Manrope"/>
              </a:rPr>
              <a:t>Класичний біт vs кубіт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251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251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Manrope"/>
              </a:rPr>
              <a:t>Класичний біт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7C3AED"/>
                </a:solidFill>
                <a:latin typeface="Manrope"/>
              </a:rPr>
              <a:t>Кубіт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Manrope"/>
              </a:rPr>
              <a:t>• 0 або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72968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Manrope"/>
              </a:rPr>
              <a:t>• Один визначений стан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31335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Manrope"/>
              </a:rPr>
              <a:t>• Класичні операції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Manrope"/>
              </a:rPr>
              <a:t>• 0, 1 або суперпозиція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72968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Manrope"/>
              </a:rPr>
              <a:t>• Квантовий стан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31335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Manrope"/>
              </a:rPr>
              <a:t>• Квантові операції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nrop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Manrope"/>
              </a:rPr>
              <a:t>Основні принципи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44424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98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Manrope"/>
              </a:rPr>
              <a:t>Суперпозиція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98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nrope"/>
              </a:rPr>
              <a:t>Кубіт може перебувати в комбінації станів.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1600200"/>
            <a:ext cx="344424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8640" y="1600200"/>
            <a:ext cx="73152" cy="18745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2960" y="1874519"/>
            <a:ext cx="298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Manrope"/>
              </a:rPr>
              <a:t>Заплутаність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960" y="2423160"/>
            <a:ext cx="298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nrope"/>
              </a:rPr>
              <a:t>Квантові системи можуть мати корельовані стани.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1480" y="1600200"/>
            <a:ext cx="344424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1480" y="1600200"/>
            <a:ext cx="73152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5800" y="1874519"/>
            <a:ext cx="298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Manrope"/>
              </a:rPr>
              <a:t>Інтерференція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23160"/>
            <a:ext cx="298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nrope"/>
              </a:rPr>
              <a:t>Квантові амплітуди можуть підсилюватися або гаситися.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nrop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Manrop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nrope"/>
              </a:rPr>
              <a:t>Квантові алгоритми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9184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Manrope"/>
              </a:rPr>
              <a:t>Як квантові властивості використовуються для обчислень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nrope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